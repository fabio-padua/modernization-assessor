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0"/>
            <a:ext cx="9144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AI SOLUTIONS + APP INNOVATION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Modernization Assessor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32918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partner-reusable multi-agent AI system for Azure modernization assessments — built on Microsoft Agent Framework + Azure AI Foundry.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4754880"/>
            <a:ext cx="2628900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754880"/>
            <a:ext cx="2628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9332" y="4754880"/>
            <a:ext cx="1764792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9332" y="4754880"/>
            <a:ext cx="1764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28716" y="4754880"/>
            <a:ext cx="1284732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28716" y="4754880"/>
            <a:ext cx="12847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4754880"/>
            <a:ext cx="1572768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47548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MCP-extensible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Padua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61447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Solution Architect  ·  CS Tech Americas  ·  Microsoft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8288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Modernization assessments don't scale.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887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55168" y="1920240"/>
            <a:ext cx="33832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5168" y="1920240"/>
            <a:ext cx="73152" cy="21031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929488" y="2103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929488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architects per engagement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4208" y="1920240"/>
            <a:ext cx="33832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4208" y="1920240"/>
            <a:ext cx="73152" cy="21031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678528" y="2103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weeks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678528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elapsed time per assessment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53248" y="1920240"/>
            <a:ext cx="33832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53248" y="1920240"/>
            <a:ext cx="73152" cy="21031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427568" y="2103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427568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artifacts across engagements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572000"/>
            <a:ext cx="108200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want fixed-price modernization.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can't sell what they can't price. Cost basis is unpredictable when every engagement re-does the same analysis from scratch — and the deliverable quality depends on which architect happens to be available.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Assessor  ·  Track A — AI Solutions + App Innovation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601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8288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strong draft in hours, not weeks.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887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5120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assessment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spend 80% of their time parsing spreadsheets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 varies engagement-to-engagement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reusable templates, no learning loop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Premium-priced, slow, hard to differentiate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1828800"/>
            <a:ext cx="5120640" cy="4206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828800"/>
            <a:ext cx="73152" cy="4206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2377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Modernization Assessor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0" y="320040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produces a structured first draft in hours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validates and customizes — does not start from zero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artifact every time — partner ships a productized service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Fixed-price modernization assessments become viable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1722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'AI replacing architects.' It's 'AI giving architects superpowers.'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Assessor  ·  Track A — AI Solutions + App Innovation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94415" y="6601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8288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in. Assessment out.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887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IT estate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Migrate CSV export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CMDB extract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application inventory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Partner-specific tooling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3886200"/>
            <a:ext cx="2468880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80060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Orchestrator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Foundry Agents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2011680"/>
            <a:ext cx="4023360" cy="3749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0" y="2011680"/>
            <a:ext cx="73152" cy="3749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assessment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0" y="324612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inventory (canonical schema)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Per-workload 7 R's strategy + rationale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TCO (Azure Retail Pricing) — v0.2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roadmap + risk register — v0.2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12648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for downstream tooling + human-readable Markdown summary. Word &amp; PowerPoint output on the roadmap.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Assessor  ·  Track A — AI Solutions + App Innovation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601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8288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layers. Each one earns its place.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887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828800"/>
            <a:ext cx="11185855" cy="77724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91440" cy="777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74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customer UI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89320" y="1874520"/>
            <a:ext cx="5745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web app, or partner's own portal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5855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715768"/>
            <a:ext cx="91440" cy="777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6148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— AI Gateway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9320" y="2761488"/>
            <a:ext cx="5745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Per-partner token quotas · content safety · jailbreak detection · cost attribution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02736"/>
            <a:ext cx="11185855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602736"/>
            <a:ext cx="91440" cy="777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4845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Orchestrator on Azure Container Apps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9320" y="3648456"/>
            <a:ext cx="5745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.NET 9 · multi-agent workflow · durable checkpoint/resume · OTel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489704"/>
            <a:ext cx="11185855" cy="7772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4489704"/>
            <a:ext cx="91440" cy="777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53542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Service + MCP tool servers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89320" y="4535424"/>
            <a:ext cx="5745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specialist agents (Discovery, Classifier, Cost, Planner, Risk) · partner-pluggable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376672"/>
            <a:ext cx="11185855" cy="777240"/>
          </a:xfrm>
          <a:prstGeom prst="rect">
            <a:avLst/>
          </a:prstGeom>
          <a:solidFill>
            <a:srgbClr val="CADCFC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5376672"/>
            <a:ext cx="91440" cy="777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4223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plane: AI Search · Cosmos DB · App Insights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89320" y="5422392"/>
            <a:ext cx="5745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WAF + KB · agent state · OTel tagged partner / agent / tool / cost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Assessor  ·  Track A — AI Solutions + App Innovation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601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8288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each piece earns its place.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887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828800"/>
            <a:ext cx="5532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7315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 Service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specialists. Partners clone agents, tweak prompts, swap models — without touching orchestrator code.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532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828800"/>
            <a:ext cx="7315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659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orchestration with durable workflow + checkpointing. Unifies SK + AutoGen; we adopt it directly.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5532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337560"/>
            <a:ext cx="7315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servers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 extension point. Plug ServiceNow, GitHub Enterprise, proprietary pricing engines without forking.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337560"/>
            <a:ext cx="5532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3337560"/>
            <a:ext cx="7315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4747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as AI Gateway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8404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Per-partner quotas, content safety, jailbreak detection, cost attribution. What makes the product resellable.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846320"/>
            <a:ext cx="5532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846320"/>
            <a:ext cx="7315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983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53492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Well-Architected Framework and partner's past assessments — grounds recommendations in real guidance.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4846320"/>
            <a:ext cx="5532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4846320"/>
            <a:ext cx="7315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983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 + OTel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53492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span tagged with partner / agent / tool / tokenCost. Workbook ships with the template.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Assessor  ·  Track A — AI Solutions + App Innovation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601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8288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7 R's — one strategy per workload.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887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335128" y="18745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5128" y="1874520"/>
            <a:ext cx="2743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5128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2288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8008" y="2880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workload, no refactor needed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1208" y="18745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1208" y="1874520"/>
            <a:ext cx="2743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261208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Replatform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98368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· App Service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44088" y="2880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Containerize, gain managed runtime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7288" y="18745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7288" y="1874520"/>
            <a:ext cx="2743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187288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24448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MI · Postgres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70168" y="2880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swap or PaaS code changes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13368" y="18745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13368" y="1874520"/>
            <a:ext cx="2743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113368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Rebuild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50528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· Logic Apps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96248" y="2880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rewrite worth investing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98168" y="38862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798168" y="3886200"/>
            <a:ext cx="2743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798168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935328" y="4434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· Dynamics 365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981048" y="4892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equivalent already exists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24248" y="38862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24248" y="3886200"/>
            <a:ext cx="2743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4724248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61408" y="4434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07128" y="4892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Decommission, no business value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50328" y="388620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50328" y="3886200"/>
            <a:ext cx="2743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7650328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87488" y="4434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(governance)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33208" y="4892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Mainframe, sovereignty, regulatory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classification must include a rationale anchored to attributes in the input. Hallucinated rationales fail the eval gate.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Assessor  ·  Track A — AI Solutions + App Innovation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94415" y="6601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8288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it actually resellable.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887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55648"/>
            <a:ext cx="55321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95681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9568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89280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onboarding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2128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`azd up` deploys the full stack into a partner subscription.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55648"/>
            <a:ext cx="55321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2512" y="195681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19568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189280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 everything that varies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221284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prompts, tools, RAG sources, branding — in config, not code.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26080"/>
            <a:ext cx="55321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" y="31272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306324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by default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3832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brings own Entra tenant. Managed identity end-to-end. No keys.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926080"/>
            <a:ext cx="55321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31272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32320" y="306324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via MCP, not by forking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33832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sources = new MCP server, never a fork of the orchestrator.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096512"/>
            <a:ext cx="55321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" y="4297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17320" y="423367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built-in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45537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span tagged partner / agent / tool / cost. Workbook ships with template.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096512"/>
            <a:ext cx="55321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82512" y="4297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382512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132320" y="423367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in-repo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32320" y="455371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 + Foundry evaluators so partners can retune safely.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5266944"/>
            <a:ext cx="55321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7512" y="54681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" y="5468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41732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at the gateway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17320" y="57241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meters and tags every token by partner. Invoicing lives there.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Assessor  ·  Track A — AI Solutions + App Innovation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4415" y="6601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8288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versions to a referenceable customer win.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887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3657600"/>
            <a:ext cx="9814255" cy="0"/>
          </a:xfrm>
          <a:prstGeom prst="line">
            <a:avLst/>
          </a:prstGeom>
          <a:noFill/>
          <a:ln w="508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474720"/>
            <a:ext cx="365760" cy="3657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5511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Scaffold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sample data, .NET shell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95539" y="3401568"/>
            <a:ext cx="512064" cy="5120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2968691" y="3474720"/>
            <a:ext cx="365760" cy="3657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2891" y="4069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2891" y="43799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 slice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2891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Classifier (deterministic), JSON+MD output, tests, CI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1542" y="3474720"/>
            <a:ext cx="365760" cy="36576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5742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45742" y="25511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Foundry-wired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45742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azd up · prompt agents · MAF HTTP · Pricing MCP · eval harness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94393" y="3474720"/>
            <a:ext cx="365760" cy="36576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593" y="4069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08593" y="43799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08593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Estimator · Planner · AI Search RAG · APIM gateway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57244" y="3474720"/>
            <a:ext cx="365760" cy="36576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1444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71444" y="25511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polish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71444" y="2880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Word/PPT · CI regression guards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820095" y="3474720"/>
            <a:ext cx="365760" cy="365760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34295" y="4069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134295" y="43799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ship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134295" y="4709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· onboarding · reference story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0350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 →  v0.1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Assessor  ·  Track A — AI Solutions + App Innovation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4415" y="6601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8288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relates to existing tooling.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88720" cy="36576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585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  <a:gridCol w="2651760"/>
                <a:gridCol w="313639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Migrate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Modernization Assessor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normalization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Azure-side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Multi-source via Discovery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R's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(full model)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rationale per 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(verbose)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(auditable)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list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Retail Pricing API (v0.2)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 risk anchoring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Architect-dependent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(v0.4)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deliverable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Architect-built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Markdown / Word / PPT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(inv.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Hours, then human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Partner-resellable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Azure Migrate — it consumes Azure Migrate output as one of its inputs.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Assessor  ·  Track A — AI Solutions + App Innovation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94415" y="6601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8288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for high-stakes recommendations.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887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783080"/>
            <a:ext cx="5532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Human-in-the-loop, always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output is customer-ready without architect review. The summary header always carries a 'DRAFT — pending architect review' watermark.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532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78308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202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rationale or rejection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cites attributes from the input. Hallucination evaluators fail PRs where the rationale references data that isn't there.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5532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4612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83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Confidence-first triage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7490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items are surfaced to the architect first. Confidence calibration is itself an evaluator.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246120"/>
            <a:ext cx="5532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324612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383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in agent memory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74904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holds reasoning, not PII. Sensitive fields tokenized at the gateway before reaching the model.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709160"/>
            <a:ext cx="5532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70916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846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stays in partner tenant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52120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 deployments. Model endpoint is the partner's own Foundry project. No data crosses tenant boundaries.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709160"/>
            <a:ext cx="55321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470916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8463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auditability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5212080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traceable to the exact prompt + tool calls + token costs. Required for regulated industries.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Assessor  ·  Track A — AI Solutions + App Innovation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601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0"/>
            <a:ext cx="9144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partner. Ship v0.2. Win a reference.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63728" y="3108960"/>
            <a:ext cx="34747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3728" y="3108960"/>
            <a:ext cx="347472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38048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38048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with a partner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048" y="44805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of SoftwareOne, BraSoftware, FCAMARA, 7IT, Bioma. Run their last assessment through v0.2 and compare outputs.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58488" y="3108960"/>
            <a:ext cx="34747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58488" y="3108960"/>
            <a:ext cx="347472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632808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32808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v0.2 in 2 sprints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32808" y="44805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agents wired, MAF HTTP host, Pricing MCP, golden eval set. Branded for the chosen partner.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3248" y="3108960"/>
            <a:ext cx="34747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53248" y="3108960"/>
            <a:ext cx="347472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427568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427568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a reference customer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27568" y="44805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one partner-led pilot to a referenceable PoC. That's the proof point that turns this into a productized service.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github.com/fabio-padua/modernization-assessor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Modernization Assessor — Defense of Architecture</dc:title>
  <dc:subject>Partner-reusable multi-agent AI for Azure modernization</dc:subject>
  <dc:creator>Fabio Padua</dc:creator>
  <cp:lastModifiedBy>Fabio Padua</cp:lastModifiedBy>
  <cp:revision>1</cp:revision>
  <dcterms:created xsi:type="dcterms:W3CDTF">2026-05-25T20:49:25Z</dcterms:created>
  <dcterms:modified xsi:type="dcterms:W3CDTF">2026-05-25T20:49:25Z</dcterms:modified>
</cp:coreProperties>
</file>